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66" d="100"/>
          <a:sy n="66" d="100"/>
        </p:scale>
        <p:origin x="2880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66AB-5143-9EB2-BADE-B3826892E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FE9FF-D48F-1AE1-56CD-D73F22C6D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3660C-8431-F0BF-0882-82E930CB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593A-308B-DA5E-D4AB-C12D1652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19613-A0F7-745F-DDFF-6CB06F95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4945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A0C6-D898-4FF3-DE96-7182C8E9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90FA-0DC8-3836-2F4E-FEFF0D4BC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58196-FEC1-69A3-111E-490D17B8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88267-32AE-5405-4957-71C5F912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C622-77F4-CF1B-695E-DF1C3BC2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7100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AE20-1E35-4FA3-4DEB-2E42A88A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A710F-48C5-F8DD-3486-F932323FC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91191-43EE-ECAD-5C4A-A4CA0C7A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879B-3BFE-BDE2-2D3E-626AF8BA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17126-7766-568A-6FE4-A4AD570B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53256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4A68C-C8B1-402D-DC16-570CB45B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CA9C-6E4D-7848-A033-C4851525A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2E3FD-D140-FDDC-066A-A934931F8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C36CB-27DA-4988-C92D-E64B563D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DB2DB-0D64-D9E6-92F5-0CA477D9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11673-EF77-0B77-86B8-B39F4B07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886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0018-99DD-128C-1AA1-D6674DC6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B059A-2588-BBFE-FA6F-061E632CF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5562E-32CC-28E9-130F-BCC220BEE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97D3B-C8B3-DE53-CBC2-43E974C10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5D269-8CD9-B17D-B923-AC162F90B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5E0AA-91C1-A97C-7DD8-5994F631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E8C14-6B14-23F8-C79C-B22B827F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60DDB-E4D2-5D14-7BAF-E7957B01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94185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E18B-E912-4144-45DF-9C51B3F7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2F1E6-B574-DE23-ADCC-5A9B3BA5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94F2A-28F3-8B8A-2940-C19AD12C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5D179-9818-1BBB-57FF-01A02B9F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21428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A122A-258F-0FBA-896B-BD5F9143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C46A4-DAD1-FA14-CB25-BCFD19E7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F3B62-831B-BDCF-28CE-BDF81B6B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12908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89B4-27AD-A481-0006-E4EF0AB3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966B-DA26-9F05-3692-41A14C72E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1E6F5-F6D0-3689-1504-2C69D46A5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9E830-85EE-4524-11DA-D9C32233C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A75F3-4C05-A014-F60A-AC621B81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9603F-9037-F083-1FAB-D3D3E5B5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79260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86DC-86A2-27E3-E866-540933B6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B9234-1B73-D1D9-0AF4-8F449E57C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707D3-B1EE-53D1-4CFA-BA0F55D3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C8AD6-B528-FE96-A071-5AAABD0B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20FFD-FEBA-C75B-FD6A-D5FA9080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F81A2-F710-5CFD-E2DB-7A3A8C83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00771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83916-0D3D-D3A4-4530-79D0CE49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EC0F4-D116-735F-FAD1-E9E5146BF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4D096-3B90-B908-8531-ED869DED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DF12-D8AD-E040-988A-82615279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B801F-93E2-60EB-5B0E-48C31364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4339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EE1EE-0391-14DC-93FB-436D9F1C5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B815E-5F23-06CF-1BA5-ECEE0F9F4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3427-F613-D3D0-7A52-1CBC2171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1225A-B8C5-6C8B-6BA5-A1145E53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4374B-484D-058D-1186-A3CB7356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166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0BC36-0D9B-00B2-3814-B20C104B3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0B8CB-B966-08B5-75F1-40A57796E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E28A9-8360-9750-AFDF-B15E3C0FA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20666-C8B3-1E42-891B-1CA524CCD43E}" type="datetimeFigureOut">
              <a:rPr lang="en-LT" smtClean="0"/>
              <a:t>25/03/2025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CD5FE-6A3B-758B-999D-FEBE588A3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27D9-178C-290C-14D4-8EC385B07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ECAF-4D66-2340-A196-91DDE936809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0793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4079167-696F-BB2F-C7E7-2D0D2B66212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Picture 4" descr="A close-up of a purple thread&#10;&#10;Description automatically generated">
              <a:extLst>
                <a:ext uri="{FF2B5EF4-FFF2-40B4-BE49-F238E27FC236}">
                  <a16:creationId xmlns:a16="http://schemas.microsoft.com/office/drawing/2014/main" id="{FB5FAB63-A243-83B6-9FD1-A61A19204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88CAA3-C73D-A07A-60CE-3C28EE278FAB}"/>
                </a:ext>
              </a:extLst>
            </p:cNvPr>
            <p:cNvSpPr txBox="1"/>
            <p:nvPr/>
          </p:nvSpPr>
          <p:spPr>
            <a:xfrm>
              <a:off x="4560124" y="2448790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T" sz="1200" dirty="0"/>
                <a:t>soma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B5D642-5A65-976D-C074-896CE79A32A9}"/>
                </a:ext>
              </a:extLst>
            </p:cNvPr>
            <p:cNvSpPr txBox="1"/>
            <p:nvPr/>
          </p:nvSpPr>
          <p:spPr>
            <a:xfrm>
              <a:off x="3411391" y="4466273"/>
              <a:ext cx="11367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T" sz="1200" dirty="0"/>
                <a:t>basal dendrites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765494-CEEF-3A20-524A-AA34E9A4C12B}"/>
                </a:ext>
              </a:extLst>
            </p:cNvPr>
            <p:cNvSpPr txBox="1"/>
            <p:nvPr/>
          </p:nvSpPr>
          <p:spPr>
            <a:xfrm>
              <a:off x="6738843" y="4466273"/>
              <a:ext cx="1175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a</a:t>
              </a:r>
              <a:r>
                <a:rPr lang="en-LT" sz="1200" dirty="0"/>
                <a:t>pical dendrites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086BD9-32CE-0A46-786A-05C45B4F1E5E}"/>
                </a:ext>
              </a:extLst>
            </p:cNvPr>
            <p:cNvSpPr txBox="1"/>
            <p:nvPr/>
          </p:nvSpPr>
          <p:spPr>
            <a:xfrm>
              <a:off x="5084627" y="2448790"/>
              <a:ext cx="4821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T" sz="1200" dirty="0"/>
                <a:t>axon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1298F20E-A93F-C80E-9C47-FB8666100104}"/>
                </a:ext>
              </a:extLst>
            </p:cNvPr>
            <p:cNvSpPr/>
            <p:nvPr/>
          </p:nvSpPr>
          <p:spPr>
            <a:xfrm rot="16200000">
              <a:off x="3901203" y="3446858"/>
              <a:ext cx="157163" cy="1881666"/>
            </a:xfrm>
            <a:prstGeom prst="leftBrac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5E9CCDF8-4A24-A977-911B-5AF3C41B9792}"/>
                </a:ext>
              </a:extLst>
            </p:cNvPr>
            <p:cNvSpPr/>
            <p:nvPr/>
          </p:nvSpPr>
          <p:spPr>
            <a:xfrm rot="16200000">
              <a:off x="7248051" y="2004535"/>
              <a:ext cx="157163" cy="4766311"/>
            </a:xfrm>
            <a:prstGeom prst="leftBrac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B742BE8-E51B-AB96-79EA-5011C866397C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4822376" y="2725789"/>
              <a:ext cx="103005" cy="960299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02D5EB-DABA-A17A-F81D-B2CB5E24EFD9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5264153" y="2725789"/>
              <a:ext cx="61534" cy="713331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545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Ieva Kerševičiūtė</dc:creator>
  <cp:lastModifiedBy>Ieva Kerševičiūtė</cp:lastModifiedBy>
  <cp:revision>1</cp:revision>
  <dcterms:created xsi:type="dcterms:W3CDTF">2025-03-25T15:16:04Z</dcterms:created>
  <dcterms:modified xsi:type="dcterms:W3CDTF">2025-03-25T15:25:16Z</dcterms:modified>
</cp:coreProperties>
</file>